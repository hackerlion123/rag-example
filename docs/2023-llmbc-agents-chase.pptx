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Economica"/>
      <p:regular r:id="rId25"/>
      <p:bold r:id="rId26"/>
      <p:italic r:id="rId27"/>
      <p:boldItalic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conomica-bold.fntdata"/><Relationship Id="rId25" Type="http://schemas.openxmlformats.org/officeDocument/2006/relationships/font" Target="fonts/Economica-regular.fntdata"/><Relationship Id="rId28" Type="http://schemas.openxmlformats.org/officeDocument/2006/relationships/font" Target="fonts/Economica-boldItalic.fntdata"/><Relationship Id="rId27" Type="http://schemas.openxmlformats.org/officeDocument/2006/relationships/font" Target="fonts/Economic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38c17053e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38c17053e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8c17053e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8c17053e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38c17053e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38c17053e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38c17053e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38c17053e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38c17053e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38c17053e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38c17053e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38c17053e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38c17053ef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38c17053e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38c17053ef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38c17053ef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38c17053ef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38c17053e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38c17053ef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38c17053ef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38c17053ef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38c17053ef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38c17053e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38c17053e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38c17053ef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38c17053ef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38c17053e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38c17053e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38c17053e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38c17053e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38c17053ef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38c17053e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38c17053e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38c17053e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38c17053ef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38c17053e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2693700" y="3116575"/>
            <a:ext cx="36837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ReAct to {insert most recent paper}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are agents?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Why use agents?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Typical implementation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Challenges with agents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Memory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Recent papers/projects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agents?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LLM as the “reasoning engine”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Non-deterministic sequence of actions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agents?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Connect LLM to outside sources of data/computation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Search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APIs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Database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Calculators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Run code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Recover from errors, handle multi-hop tasks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SQL query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Chain: Natural Language -&gt; SQl Query -&gt; Result -&gt; Natural Language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What if error in SQL Query?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What if multiple queries need to be made?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Typical Implementation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Pseudocode: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Choose tool to use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Observe output of the tool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Repeat until stopping condition met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Stopping condition: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LLM determined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Hardcoded rules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26" y="1033625"/>
            <a:ext cx="8801551" cy="3791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with agents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Getting them to use tools in appropriate scenarios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Getting them to not use tools when not needed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Parsing LLM Output to tool invocation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Getting them to “remember” previous steps taken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Getting them to incorporate long observations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Getting them to stay focused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Evaluation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80"/>
              <a:t>Challenge #1: Getting them to use tools in appropriate scenarios</a:t>
            </a:r>
            <a:endParaRPr sz="3280"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Instructions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Tool descriptions in prompts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Tool retrieval before hand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Few shot examples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Fine tuned model (toolformer)</a:t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80"/>
              <a:t>Challenge #2: Getting them to not use tools when not needed</a:t>
            </a:r>
            <a:endParaRPr sz="3280"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Instructions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“Human Input” tool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80"/>
              <a:t>Challenge #3: Parsing LLM Output to tool invocation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JSON/Typescript schema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Retrying/fixing logic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Output Parsers!</a:t>
            </a:r>
            <a:endParaRPr sz="2200"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3975" y="2067575"/>
            <a:ext cx="4988324" cy="268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80"/>
              <a:t>Challenge #4: Getting them to “remember” previous steps taken</a:t>
            </a:r>
            <a:endParaRPr sz="3280"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List of steps in memory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Fetch previous steps with retrieval</a:t>
            </a:r>
            <a:endParaRPr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80"/>
              <a:t>Challenge #5: Getting them to incorporate long observations</a:t>
            </a:r>
            <a:endParaRPr sz="3280"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Parsing the long output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Storing long output and doing retrieval</a:t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80"/>
              <a:t>Challenge #6: Getting them to stay focused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Reiterate the objective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Separate planning/execution step</a:t>
            </a:r>
            <a:endParaRPr sz="2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80"/>
              <a:t>Challenge #7: Evaluation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Evaluate end result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Evaluate intermediate steps</a:t>
            </a:r>
            <a:endParaRPr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Correct action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Correct action input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Correct sequence of steps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Most efficient sequence of steps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Memory of User &lt;&gt; AI interactions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Memory of AI &lt;&gt; Tool interactions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Used to achieve personalization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AutoGPT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Long term memory of Agent &lt;&gt; Tool interactions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https://github.com/Significant-Gravitas/Auto-GPT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BabyAGI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Long term memory of Agent &lt;&gt; Tool interactions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Separate planning / execution steps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https://github.com/yoheinakajima/babyagi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CAMEL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Simulation environment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https://www.camel-ai.org/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Generative Agents</a:t>
            </a:r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Memory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Time weighted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Importance weighted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Relevancy weighted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Reflection step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Simulation environment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https://arxiv.org/abs/2304.03442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